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Technical SEO Report — PT Soborejo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DDDDD"/>
                </a:solidFill>
                <a:latin typeface="Calibri"/>
              </a:rPr>
              <a:t>Ringkasan kondisi sebelum, hasil implementasi SEO,
dan enhancement fitur terkait  ·  5 Oktober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AAAAA"/>
                </a:solidFill>
                <a:latin typeface="Calibri"/>
              </a:rPr>
              <a:t>PT Soborejo  ·  Technical SEO Report  ·  5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Project: soborejo.com (Laravel 12 + Filament 3)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Fokus: technical SEO (crawlability, indexability, meta, schema, URL)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Baseline scan: ~3.2 / 10 → setelah implementasi: ~7.3 / 10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Target jangka menengah: ~8.5 / 10 (masih ada ruang di performance/CWV)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Keyword strategy mengacu ke daftar keyword inti (PT Soborejo, general contractor Indonesia, dll.)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Kondisi Sebelum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Meta title/description masih template default / generik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Belum ada Open Graph, Twitter Card, dan canonical URL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robots.txt minimal; sitemap XML belum tersedia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Belum ada structured data JSON-LD (Organization / WebSite / Breadcrumb)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HTML lang salah: lang="zxx"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URL detail pakai ID numerik (/projects/1) — kurang SEO-friendly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Halaman demo /home-2 berisiko ter-index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Blog ordering &amp; slug belum optimal untuk konten terbaru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Sumber: seo/SCAN.md (technical SEO scan)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A3A"/>
                </a:solidFill>
                <a:latin typeface="Calibri"/>
              </a:rPr>
              <a:t>Sebelum vs Sesudah SEO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94960" cy="49377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11425"/>
                </a:solidFill>
                <a:latin typeface="Calibri"/>
              </a:rPr>
              <a:t>Sebelum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Meta generik / template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Tanpa OG / Twitter / canonical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Tanpa sitemap XML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Tanpa JSON-LD schema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lang=zxx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URL pakai ID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robots.txt sangat dasar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Skor ~3.2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937760"/>
          </a:xfrm>
          <a:prstGeom prst="roundRect">
            <a:avLst/>
          </a:prstGeom>
          <a:solidFill>
            <a:srgbClr val="E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7A4C"/>
                </a:solidFill>
                <a:latin typeface="Calibri"/>
              </a:rPr>
              <a:t>Sesudah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Meta per-page + keyword alignment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OG + Twitter + canonical aktif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Sitemap /sitemap.xml + robots update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Organization, WebSite, BreadcrumbList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lang=id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Slug URL + redirect 301 dari ID lama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noindex untuk /home-2 &amp; 404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Skor ~7.3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A3A"/>
                </a:solidFill>
                <a:latin typeface="Calibri"/>
              </a:rPr>
              <a:t>Scorecard Technical SEO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789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846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Sebelum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Sesudah (est.)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Meta tags (title/description)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Open Graph &amp; Twitter Cards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Canonical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robots.txt + Sitemap XML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Structured data (JSON-LD)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HTML lang &amp; semantic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URL structure (slug)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Indexing control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Overall technical 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~3.2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4C"/>
                          </a:solidFill>
                          <a:latin typeface="Calibri"/>
                        </a:rPr>
                        <a:t>~7.3 / 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Yang Sudah Diimplementasikan (SEO)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Rewrite head: title, description, keywords, robots, canonical, OG, Twitter, favicon CMS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SEO copy untuk Home, About, Contact, Projects, Legal, Blog (+ detail entity)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JSON-LD Organization + WebSite + BreadcrumbList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SitemapController + robots.txt (Allow site, Disallow /admin &amp; /home-2, Allow GPTBot)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Slug untuk Project, Legal Document, dan Blog (+ 301 dari ID lama)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HTTPS force di production + caching/deflate di .htaccess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Footer link Sitemap; logo alt dari brand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Enhance Fitur (selain pure SEO)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Admin Blog: RichEditor bisa attach image di tengah konten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Slug blog otomatis mengikuti title (panjang diperbolehkan)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Table admin blog lebih rapi (cover, wrap title, sort tanggal)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Recent Blogs homepage = 3 post aktif terbaru (order by date)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Spacing blog detail mobile diperbaiki (UX paragraf lebih rapat)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Dummy/seed data master untuk local testing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Navbar hash &amp; social TikTok/Instagram tetap dipertahankan (no mismatch deliver)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Verifikasi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View source homepage → ada og:title, canonical, JSON-LD, lang=id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Buka /sitemap.xml → daftar URL halaman + detail slug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Buka /robots.txt → ada Sitemap + aturan Allow/Disallow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Cek /projects/1 → redirect 301 ke /projects/{slug}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Cek Recent Blogs → 3 artikel terbaru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Cek detail blog panjang → image inline tampil di tengah konten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Deploy Checklist (FileZilla / Server)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Upload: app/, resources/views/, routes/web.php, migrations, public/robots.txt, public/.htaccess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Jangan overwrite: .env, storage/, vendor/ (kecuali sengaja install ulang)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Jalankan: php artisan migrate --force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Clear: config/cache/route/view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Pastikan APP_URL=https://soborejo.com di production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Submit sitemap di Google Search Console setelah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Risiko utama jika miss migrate: error kolom slug di detail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09728" cy="6373368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A3A"/>
                </a:solidFill>
                <a:latin typeface="Calibri"/>
              </a:rPr>
              <a:t>Belum / Next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Performance / Core Web Vitals (kurangi CSS/JS blocking, font strategy)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Image pipeline (srcset / WebP) untuk skor image SEO lebih tinggi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Meta SEO fields editorial per page di Filament (opsional)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Keputusan WWW vs non-WWW di level DNS/hosting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Target naik dari ~7.3 menuju ~8.5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DDDDD"/>
                </a:solidFill>
                <a:latin typeface="Calibri"/>
              </a:rPr>
              <a:t>PT Soborejo — Technical SEO &amp; Feature Enhancement
Siap untuk deploy &amp; monitoring Search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AAAAA"/>
                </a:solidFill>
                <a:latin typeface="Calibri"/>
              </a:rPr>
              <a:t>PT Soborejo  ·  Technical SEO Report  ·  5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